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Liter" charset="-122" pitchFamily="34"/>
      <p:regular r:id="rId13"/>
    </p:embeddedFont>
    <p:embeddedFont>
      <p:font typeface="Quattrocento 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0" y="2032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spc="400" kern="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pPr algn="ctr">
              <a:lnSpc>
                <a:spcPct val="120000"/>
              </a:lnSpc>
            </a:pPr>
            <a:r>
              <a:rPr lang="en-US" sz="6400" spc="4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778000" y="330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3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REPO ANALYZER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223000" y="4191000"/>
            <a:ext cx="3810000" cy="381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444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Python Project  |  Data Analysis with Pandas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53000" y="736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  </a:t>
            </a:r>
            <a:pPr algn="ctr">
              <a:lnSpc>
                <a:spcPct val="120000"/>
              </a:lnSpc>
            </a:pPr>
            <a:r>
              <a:rPr lang="en-US" sz="1600" b="1" spc="200" kern="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</a:t>
            </a:r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BCA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7874000"/>
            <a:ext cx="2540000" cy="25400"/>
          </a:xfrm>
          <a:prstGeom prst="rect">
            <a:avLst/>
          </a:prstGeom>
          <a:solidFill>
            <a:srgbClr val="2D9C5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101600" cy="1016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444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spc="2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11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full-stack Python application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fetches GitHub repository statistics via the public REST API and loads them into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DataFrames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powerful sorting, summarizing, and analysis.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a 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interface</a:t>
            </a:r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modern web app built with Flask and Chart.js, plus a fully functional Command-Line Interface for quick terminal-based analysis.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533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spc="1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5778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Fetch all public repos for any GitHub user with automatic pagination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6477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Sort and summarize by stars, forks, language, dates, issues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7175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Export results to CSV or visualize with interactive Chart.js charts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0" y="139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spc="1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36000" y="19050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0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32" y="179040"/>
                </a:moveTo>
                <a:cubicBezTo>
                  <a:pt x="440973" y="151448"/>
                  <a:pt x="426074" y="130641"/>
                  <a:pt x="394335" y="130641"/>
                </a:cubicBezTo>
                <a:lnTo>
                  <a:pt x="353412" y="130641"/>
                </a:lnTo>
                <a:lnTo>
                  <a:pt x="353412" y="172968"/>
                </a:lnTo>
                <a:cubicBezTo>
                  <a:pt x="353412" y="205829"/>
                  <a:pt x="321571" y="233511"/>
                  <a:pt x="285240" y="233511"/>
                </a:cubicBezTo>
                <a:lnTo>
                  <a:pt x="176247" y="233511"/>
                </a:lnTo>
                <a:cubicBezTo>
                  <a:pt x="146447" y="233511"/>
                  <a:pt x="121750" y="255836"/>
                  <a:pt x="121750" y="282000"/>
                </a:cubicBezTo>
                <a:lnTo>
                  <a:pt x="121750" y="372904"/>
                </a:lnTo>
                <a:cubicBezTo>
                  <a:pt x="121750" y="398800"/>
                  <a:pt x="147467" y="413980"/>
                  <a:pt x="176247" y="421392"/>
                </a:cubicBezTo>
                <a:cubicBezTo>
                  <a:pt x="210741" y="430232"/>
                  <a:pt x="243908" y="431840"/>
                  <a:pt x="285240" y="421392"/>
                </a:cubicBezTo>
                <a:cubicBezTo>
                  <a:pt x="312692" y="414427"/>
                  <a:pt x="339736" y="400407"/>
                  <a:pt x="339736" y="372904"/>
                </a:cubicBezTo>
                <a:lnTo>
                  <a:pt x="339736" y="336560"/>
                </a:lnTo>
                <a:lnTo>
                  <a:pt x="230845" y="336560"/>
                </a:lnTo>
                <a:lnTo>
                  <a:pt x="230845" y="324416"/>
                </a:lnTo>
                <a:lnTo>
                  <a:pt x="394335" y="324416"/>
                </a:lnTo>
                <a:cubicBezTo>
                  <a:pt x="426074" y="324416"/>
                  <a:pt x="437810" y="305038"/>
                  <a:pt x="448832" y="276017"/>
                </a:cubicBezTo>
                <a:cubicBezTo>
                  <a:pt x="460262" y="246102"/>
                  <a:pt x="459751" y="217349"/>
                  <a:pt x="448832" y="179040"/>
                </a:cubicBezTo>
                <a:close/>
                <a:moveTo>
                  <a:pt x="292077" y="397103"/>
                </a:moveTo>
                <a:cubicBezTo>
                  <a:pt x="284310" y="397580"/>
                  <a:pt x="276888" y="394224"/>
                  <a:pt x="272839" y="388405"/>
                </a:cubicBezTo>
                <a:cubicBezTo>
                  <a:pt x="268789" y="382586"/>
                  <a:pt x="268789" y="375276"/>
                  <a:pt x="272839" y="369457"/>
                </a:cubicBezTo>
                <a:cubicBezTo>
                  <a:pt x="276888" y="363638"/>
                  <a:pt x="284310" y="360283"/>
                  <a:pt x="292077" y="360759"/>
                </a:cubicBezTo>
                <a:cubicBezTo>
                  <a:pt x="299844" y="360283"/>
                  <a:pt x="307266" y="363638"/>
                  <a:pt x="311316" y="369457"/>
                </a:cubicBezTo>
                <a:cubicBezTo>
                  <a:pt x="315365" y="375276"/>
                  <a:pt x="315365" y="382586"/>
                  <a:pt x="311316" y="388405"/>
                </a:cubicBezTo>
                <a:cubicBezTo>
                  <a:pt x="307266" y="394224"/>
                  <a:pt x="299844" y="397580"/>
                  <a:pt x="292077" y="397103"/>
                </a:cubicBezTo>
                <a:close/>
                <a:moveTo>
                  <a:pt x="171246" y="221546"/>
                </a:moveTo>
                <a:lnTo>
                  <a:pt x="280239" y="221546"/>
                </a:lnTo>
                <a:cubicBezTo>
                  <a:pt x="310549" y="221546"/>
                  <a:pt x="334736" y="199668"/>
                  <a:pt x="334736" y="173057"/>
                </a:cubicBezTo>
                <a:lnTo>
                  <a:pt x="334736" y="82064"/>
                </a:lnTo>
                <a:cubicBezTo>
                  <a:pt x="334736" y="56168"/>
                  <a:pt x="309835" y="36790"/>
                  <a:pt x="280239" y="32415"/>
                </a:cubicBezTo>
                <a:cubicBezTo>
                  <a:pt x="243704" y="27146"/>
                  <a:pt x="204005" y="27414"/>
                  <a:pt x="171246" y="32504"/>
                </a:cubicBezTo>
                <a:cubicBezTo>
                  <a:pt x="125118" y="39648"/>
                  <a:pt x="116749" y="54560"/>
                  <a:pt x="116749" y="82153"/>
                </a:cubicBezTo>
                <a:lnTo>
                  <a:pt x="116749" y="118497"/>
                </a:lnTo>
                <a:lnTo>
                  <a:pt x="225845" y="118497"/>
                </a:lnTo>
                <a:lnTo>
                  <a:pt x="225845" y="130641"/>
                </a:lnTo>
                <a:lnTo>
                  <a:pt x="75826" y="130641"/>
                </a:lnTo>
                <a:cubicBezTo>
                  <a:pt x="44087" y="130641"/>
                  <a:pt x="16329" y="147340"/>
                  <a:pt x="7654" y="179040"/>
                </a:cubicBezTo>
                <a:cubicBezTo>
                  <a:pt x="-2347" y="215384"/>
                  <a:pt x="-2755" y="238065"/>
                  <a:pt x="7654" y="276017"/>
                </a:cubicBezTo>
                <a:cubicBezTo>
                  <a:pt x="15410" y="304234"/>
                  <a:pt x="33882" y="324416"/>
                  <a:pt x="65620" y="324416"/>
                </a:cubicBezTo>
                <a:lnTo>
                  <a:pt x="103074" y="324416"/>
                </a:lnTo>
                <a:lnTo>
                  <a:pt x="103074" y="280839"/>
                </a:lnTo>
                <a:cubicBezTo>
                  <a:pt x="103074" y="249317"/>
                  <a:pt x="134200" y="221546"/>
                  <a:pt x="171246" y="221546"/>
                </a:cubicBezTo>
                <a:close/>
                <a:moveTo>
                  <a:pt x="164510" y="57775"/>
                </a:moveTo>
                <a:cubicBezTo>
                  <a:pt x="176001" y="57775"/>
                  <a:pt x="185329" y="65938"/>
                  <a:pt x="185329" y="75992"/>
                </a:cubicBezTo>
                <a:cubicBezTo>
                  <a:pt x="185329" y="86046"/>
                  <a:pt x="176001" y="94208"/>
                  <a:pt x="164510" y="94208"/>
                </a:cubicBezTo>
                <a:cubicBezTo>
                  <a:pt x="153020" y="94208"/>
                  <a:pt x="143691" y="86046"/>
                  <a:pt x="143691" y="75992"/>
                </a:cubicBezTo>
                <a:cubicBezTo>
                  <a:pt x="143691" y="65938"/>
                  <a:pt x="153020" y="57775"/>
                  <a:pt x="164510" y="57775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0" y="2095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065000" y="19050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19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0"/>
                </a:moveTo>
                <a:lnTo>
                  <a:pt x="130629" y="0"/>
                </a:lnTo>
                <a:cubicBezTo>
                  <a:pt x="112565" y="0"/>
                  <a:pt x="97971" y="12769"/>
                  <a:pt x="97971" y="28575"/>
                </a:cubicBezTo>
                <a:cubicBezTo>
                  <a:pt x="97971" y="44381"/>
                  <a:pt x="112565" y="57150"/>
                  <a:pt x="130629" y="57150"/>
                </a:cubicBezTo>
                <a:lnTo>
                  <a:pt x="130629" y="192435"/>
                </a:lnTo>
                <a:lnTo>
                  <a:pt x="7654" y="380673"/>
                </a:lnTo>
                <a:cubicBezTo>
                  <a:pt x="2653" y="388441"/>
                  <a:pt x="0" y="397103"/>
                  <a:pt x="0" y="406033"/>
                </a:cubicBezTo>
                <a:cubicBezTo>
                  <a:pt x="0" y="434340"/>
                  <a:pt x="26126" y="457200"/>
                  <a:pt x="58477" y="457200"/>
                </a:cubicBezTo>
                <a:lnTo>
                  <a:pt x="398723" y="457200"/>
                </a:lnTo>
                <a:cubicBezTo>
                  <a:pt x="430972" y="457200"/>
                  <a:pt x="457200" y="434340"/>
                  <a:pt x="457200" y="406033"/>
                </a:cubicBezTo>
                <a:cubicBezTo>
                  <a:pt x="457200" y="397103"/>
                  <a:pt x="454547" y="388352"/>
                  <a:pt x="449546" y="380673"/>
                </a:cubicBezTo>
                <a:lnTo>
                  <a:pt x="326571" y="192435"/>
                </a:lnTo>
                <a:lnTo>
                  <a:pt x="326571" y="57150"/>
                </a:lnTo>
                <a:cubicBezTo>
                  <a:pt x="344635" y="57150"/>
                  <a:pt x="359229" y="44381"/>
                  <a:pt x="359229" y="28575"/>
                </a:cubicBezTo>
                <a:cubicBezTo>
                  <a:pt x="359229" y="12769"/>
                  <a:pt x="344635" y="0"/>
                  <a:pt x="326571" y="0"/>
                </a:cubicBezTo>
                <a:lnTo>
                  <a:pt x="293914" y="0"/>
                </a:lnTo>
                <a:close/>
                <a:moveTo>
                  <a:pt x="195943" y="192435"/>
                </a:moveTo>
                <a:lnTo>
                  <a:pt x="195943" y="57150"/>
                </a:lnTo>
                <a:lnTo>
                  <a:pt x="261257" y="57150"/>
                </a:lnTo>
                <a:lnTo>
                  <a:pt x="261257" y="192435"/>
                </a:lnTo>
                <a:cubicBezTo>
                  <a:pt x="261257" y="202347"/>
                  <a:pt x="264217" y="212169"/>
                  <a:pt x="269830" y="220831"/>
                </a:cubicBezTo>
                <a:lnTo>
                  <a:pt x="312284" y="285750"/>
                </a:lnTo>
                <a:lnTo>
                  <a:pt x="144916" y="285750"/>
                </a:lnTo>
                <a:lnTo>
                  <a:pt x="187370" y="220831"/>
                </a:lnTo>
                <a:cubicBezTo>
                  <a:pt x="192983" y="212169"/>
                  <a:pt x="195943" y="202436"/>
                  <a:pt x="195943" y="192435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0" y="2095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36000" y="32385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900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61257" y="142875"/>
                </a:moveTo>
                <a:lnTo>
                  <a:pt x="261257" y="228600"/>
                </a:lnTo>
                <a:lnTo>
                  <a:pt x="391886" y="228600"/>
                </a:lnTo>
                <a:lnTo>
                  <a:pt x="391886" y="142875"/>
                </a:lnTo>
                <a:lnTo>
                  <a:pt x="261257" y="142875"/>
                </a:lnTo>
                <a:close/>
                <a:moveTo>
                  <a:pt x="195943" y="142875"/>
                </a:moveTo>
                <a:lnTo>
                  <a:pt x="65314" y="142875"/>
                </a:lnTo>
                <a:lnTo>
                  <a:pt x="65314" y="228600"/>
                </a:lnTo>
                <a:lnTo>
                  <a:pt x="195943" y="228600"/>
                </a:lnTo>
                <a:lnTo>
                  <a:pt x="195943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9289" y="28575"/>
                  <a:pt x="65314" y="28575"/>
                </a:cubicBezTo>
                <a:lnTo>
                  <a:pt x="391886" y="28575"/>
                </a:lnTo>
                <a:cubicBezTo>
                  <a:pt x="427911" y="28575"/>
                  <a:pt x="457200" y="54203"/>
                  <a:pt x="457200" y="85725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91886" y="285750"/>
                </a:moveTo>
                <a:lnTo>
                  <a:pt x="261257" y="285750"/>
                </a:lnTo>
                <a:lnTo>
                  <a:pt x="261257" y="371475"/>
                </a:lnTo>
                <a:lnTo>
                  <a:pt x="391886" y="371475"/>
                </a:lnTo>
                <a:lnTo>
                  <a:pt x="391886" y="285750"/>
                </a:lnTo>
                <a:close/>
                <a:moveTo>
                  <a:pt x="195943" y="371475"/>
                </a:moveTo>
                <a:lnTo>
                  <a:pt x="195943" y="285750"/>
                </a:lnTo>
                <a:lnTo>
                  <a:pt x="65314" y="285750"/>
                </a:lnTo>
                <a:lnTo>
                  <a:pt x="65314" y="371475"/>
                </a:lnTo>
                <a:lnTo>
                  <a:pt x="195943" y="371475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0" y="3429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65000" y="32385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190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6718" y="214313"/>
                </a:moveTo>
                <a:lnTo>
                  <a:pt x="267017" y="214313"/>
                </a:lnTo>
                <a:cubicBezTo>
                  <a:pt x="252968" y="214313"/>
                  <a:pt x="241618" y="201543"/>
                  <a:pt x="241618" y="185738"/>
                </a:cubicBezTo>
                <a:lnTo>
                  <a:pt x="241618" y="28575"/>
                </a:lnTo>
                <a:cubicBezTo>
                  <a:pt x="241618" y="12769"/>
                  <a:pt x="253047" y="-179"/>
                  <a:pt x="266938" y="1875"/>
                </a:cubicBezTo>
                <a:cubicBezTo>
                  <a:pt x="351869" y="14555"/>
                  <a:pt x="419179" y="90279"/>
                  <a:pt x="430451" y="185827"/>
                </a:cubicBezTo>
                <a:cubicBezTo>
                  <a:pt x="432276" y="201454"/>
                  <a:pt x="420767" y="214313"/>
                  <a:pt x="406718" y="214313"/>
                </a:cubicBezTo>
                <a:close/>
                <a:moveTo>
                  <a:pt x="176689" y="33218"/>
                </a:moveTo>
                <a:cubicBezTo>
                  <a:pt x="191056" y="29825"/>
                  <a:pt x="203518" y="43041"/>
                  <a:pt x="203518" y="59561"/>
                </a:cubicBezTo>
                <a:lnTo>
                  <a:pt x="203518" y="235744"/>
                </a:lnTo>
                <a:cubicBezTo>
                  <a:pt x="203518" y="240744"/>
                  <a:pt x="205105" y="245566"/>
                  <a:pt x="207883" y="249406"/>
                </a:cubicBezTo>
                <a:lnTo>
                  <a:pt x="312738" y="391745"/>
                </a:lnTo>
                <a:cubicBezTo>
                  <a:pt x="322024" y="404336"/>
                  <a:pt x="320040" y="423356"/>
                  <a:pt x="307261" y="431125"/>
                </a:cubicBezTo>
                <a:cubicBezTo>
                  <a:pt x="280194" y="447735"/>
                  <a:pt x="249158" y="457200"/>
                  <a:pt x="216218" y="457200"/>
                </a:cubicBezTo>
                <a:cubicBezTo>
                  <a:pt x="111046" y="457200"/>
                  <a:pt x="25718" y="361206"/>
                  <a:pt x="25718" y="242888"/>
                </a:cubicBezTo>
                <a:cubicBezTo>
                  <a:pt x="25718" y="139750"/>
                  <a:pt x="90408" y="53667"/>
                  <a:pt x="176689" y="33218"/>
                </a:cubicBezTo>
                <a:close/>
                <a:moveTo>
                  <a:pt x="379254" y="257175"/>
                </a:moveTo>
                <a:lnTo>
                  <a:pt x="430054" y="257175"/>
                </a:lnTo>
                <a:cubicBezTo>
                  <a:pt x="444738" y="257175"/>
                  <a:pt x="456486" y="271195"/>
                  <a:pt x="453469" y="287357"/>
                </a:cubicBezTo>
                <a:cubicBezTo>
                  <a:pt x="445373" y="330577"/>
                  <a:pt x="425688" y="368975"/>
                  <a:pt x="398224" y="398264"/>
                </a:cubicBezTo>
                <a:cubicBezTo>
                  <a:pt x="388461" y="408712"/>
                  <a:pt x="373142" y="406479"/>
                  <a:pt x="364569" y="394781"/>
                </a:cubicBezTo>
                <a:lnTo>
                  <a:pt x="297577" y="303967"/>
                </a:lnTo>
                <a:cubicBezTo>
                  <a:pt x="283845" y="285304"/>
                  <a:pt x="295672" y="257175"/>
                  <a:pt x="317103" y="257175"/>
                </a:cubicBezTo>
                <a:lnTo>
                  <a:pt x="379174" y="257175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0" y="3429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36000" y="45720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90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5287" y="354866"/>
                </a:moveTo>
                <a:cubicBezTo>
                  <a:pt x="155287" y="356652"/>
                  <a:pt x="153233" y="358080"/>
                  <a:pt x="150644" y="358080"/>
                </a:cubicBezTo>
                <a:cubicBezTo>
                  <a:pt x="147697" y="358348"/>
                  <a:pt x="145643" y="356920"/>
                  <a:pt x="145643" y="354866"/>
                </a:cubicBezTo>
                <a:cubicBezTo>
                  <a:pt x="145643" y="353080"/>
                  <a:pt x="147697" y="351651"/>
                  <a:pt x="150287" y="351651"/>
                </a:cubicBezTo>
                <a:cubicBezTo>
                  <a:pt x="152966" y="351383"/>
                  <a:pt x="155287" y="352812"/>
                  <a:pt x="155287" y="354866"/>
                </a:cubicBezTo>
                <a:close/>
                <a:moveTo>
                  <a:pt x="127516" y="350847"/>
                </a:moveTo>
                <a:cubicBezTo>
                  <a:pt x="126891" y="352633"/>
                  <a:pt x="128677" y="354687"/>
                  <a:pt x="131356" y="355223"/>
                </a:cubicBezTo>
                <a:cubicBezTo>
                  <a:pt x="133677" y="356116"/>
                  <a:pt x="136356" y="355223"/>
                  <a:pt x="136892" y="353437"/>
                </a:cubicBezTo>
                <a:cubicBezTo>
                  <a:pt x="137428" y="351651"/>
                  <a:pt x="135731" y="349597"/>
                  <a:pt x="133052" y="348794"/>
                </a:cubicBezTo>
                <a:cubicBezTo>
                  <a:pt x="130731" y="348169"/>
                  <a:pt x="128141" y="349061"/>
                  <a:pt x="127516" y="350847"/>
                </a:cubicBezTo>
                <a:close/>
                <a:moveTo>
                  <a:pt x="166985" y="349329"/>
                </a:moveTo>
                <a:cubicBezTo>
                  <a:pt x="164396" y="349954"/>
                  <a:pt x="162610" y="351651"/>
                  <a:pt x="162877" y="353705"/>
                </a:cubicBezTo>
                <a:cubicBezTo>
                  <a:pt x="163145" y="355491"/>
                  <a:pt x="165467" y="356652"/>
                  <a:pt x="168146" y="356027"/>
                </a:cubicBezTo>
                <a:cubicBezTo>
                  <a:pt x="170736" y="355402"/>
                  <a:pt x="172522" y="353705"/>
                  <a:pt x="172254" y="351919"/>
                </a:cubicBezTo>
                <a:cubicBezTo>
                  <a:pt x="171986" y="350222"/>
                  <a:pt x="169575" y="349061"/>
                  <a:pt x="166985" y="349329"/>
                </a:cubicBezTo>
                <a:close/>
                <a:moveTo>
                  <a:pt x="225743" y="7144"/>
                </a:moveTo>
                <a:cubicBezTo>
                  <a:pt x="101888" y="7144"/>
                  <a:pt x="7144" y="101173"/>
                  <a:pt x="7144" y="225028"/>
                </a:cubicBezTo>
                <a:cubicBezTo>
                  <a:pt x="7144" y="324058"/>
                  <a:pt x="69473" y="408801"/>
                  <a:pt x="158502" y="438626"/>
                </a:cubicBezTo>
                <a:cubicBezTo>
                  <a:pt x="169932" y="440680"/>
                  <a:pt x="173950" y="433626"/>
                  <a:pt x="173950" y="427821"/>
                </a:cubicBezTo>
                <a:cubicBezTo>
                  <a:pt x="173950" y="422285"/>
                  <a:pt x="173682" y="391745"/>
                  <a:pt x="173682" y="372993"/>
                </a:cubicBezTo>
                <a:cubicBezTo>
                  <a:pt x="173682" y="372993"/>
                  <a:pt x="111175" y="386388"/>
                  <a:pt x="98048" y="346383"/>
                </a:cubicBezTo>
                <a:cubicBezTo>
                  <a:pt x="98048" y="346383"/>
                  <a:pt x="87868" y="320397"/>
                  <a:pt x="73223" y="313700"/>
                </a:cubicBezTo>
                <a:cubicBezTo>
                  <a:pt x="73223" y="313700"/>
                  <a:pt x="52774" y="299680"/>
                  <a:pt x="74652" y="299948"/>
                </a:cubicBezTo>
                <a:cubicBezTo>
                  <a:pt x="74652" y="299948"/>
                  <a:pt x="96887" y="301734"/>
                  <a:pt x="109121" y="322987"/>
                </a:cubicBezTo>
                <a:cubicBezTo>
                  <a:pt x="128677" y="357455"/>
                  <a:pt x="161449" y="347543"/>
                  <a:pt x="174218" y="341650"/>
                </a:cubicBezTo>
                <a:cubicBezTo>
                  <a:pt x="176272" y="327362"/>
                  <a:pt x="182076" y="317450"/>
                  <a:pt x="188506" y="311557"/>
                </a:cubicBezTo>
                <a:cubicBezTo>
                  <a:pt x="138589" y="306020"/>
                  <a:pt x="88225" y="298787"/>
                  <a:pt x="88225" y="212884"/>
                </a:cubicBezTo>
                <a:cubicBezTo>
                  <a:pt x="88225" y="188327"/>
                  <a:pt x="95012" y="176004"/>
                  <a:pt x="109299" y="160288"/>
                </a:cubicBezTo>
                <a:cubicBezTo>
                  <a:pt x="106978" y="154484"/>
                  <a:pt x="99387" y="130552"/>
                  <a:pt x="111621" y="99655"/>
                </a:cubicBezTo>
                <a:cubicBezTo>
                  <a:pt x="130284" y="93851"/>
                  <a:pt x="173236" y="123765"/>
                  <a:pt x="173236" y="123765"/>
                </a:cubicBezTo>
                <a:cubicBezTo>
                  <a:pt x="191095" y="118765"/>
                  <a:pt x="210294" y="116175"/>
                  <a:pt x="229314" y="116175"/>
                </a:cubicBezTo>
                <a:cubicBezTo>
                  <a:pt x="248335" y="116175"/>
                  <a:pt x="267533" y="118765"/>
                  <a:pt x="285393" y="123765"/>
                </a:cubicBezTo>
                <a:cubicBezTo>
                  <a:pt x="285393" y="123765"/>
                  <a:pt x="328345" y="93762"/>
                  <a:pt x="347008" y="99655"/>
                </a:cubicBezTo>
                <a:cubicBezTo>
                  <a:pt x="359241" y="130641"/>
                  <a:pt x="351651" y="154484"/>
                  <a:pt x="349329" y="160288"/>
                </a:cubicBezTo>
                <a:cubicBezTo>
                  <a:pt x="363617" y="176093"/>
                  <a:pt x="372368" y="188416"/>
                  <a:pt x="372368" y="212884"/>
                </a:cubicBezTo>
                <a:cubicBezTo>
                  <a:pt x="372368" y="299055"/>
                  <a:pt x="319772" y="305931"/>
                  <a:pt x="269855" y="311557"/>
                </a:cubicBezTo>
                <a:cubicBezTo>
                  <a:pt x="278070" y="318611"/>
                  <a:pt x="285036" y="332006"/>
                  <a:pt x="285036" y="352991"/>
                </a:cubicBezTo>
                <a:cubicBezTo>
                  <a:pt x="285036" y="383084"/>
                  <a:pt x="284768" y="420320"/>
                  <a:pt x="284768" y="427643"/>
                </a:cubicBezTo>
                <a:cubicBezTo>
                  <a:pt x="284768" y="433447"/>
                  <a:pt x="288875" y="440501"/>
                  <a:pt x="300216" y="438448"/>
                </a:cubicBezTo>
                <a:cubicBezTo>
                  <a:pt x="389513" y="408801"/>
                  <a:pt x="450056" y="324058"/>
                  <a:pt x="450056" y="225028"/>
                </a:cubicBezTo>
                <a:cubicBezTo>
                  <a:pt x="450056" y="101173"/>
                  <a:pt x="349597" y="7144"/>
                  <a:pt x="225743" y="7144"/>
                </a:cubicBezTo>
                <a:close/>
                <a:moveTo>
                  <a:pt x="93940" y="315129"/>
                </a:moveTo>
                <a:cubicBezTo>
                  <a:pt x="92779" y="316022"/>
                  <a:pt x="93047" y="318075"/>
                  <a:pt x="94565" y="319772"/>
                </a:cubicBezTo>
                <a:cubicBezTo>
                  <a:pt x="95994" y="321201"/>
                  <a:pt x="98048" y="321826"/>
                  <a:pt x="99209" y="320665"/>
                </a:cubicBezTo>
                <a:cubicBezTo>
                  <a:pt x="100370" y="319772"/>
                  <a:pt x="100102" y="317718"/>
                  <a:pt x="98584" y="316022"/>
                </a:cubicBezTo>
                <a:cubicBezTo>
                  <a:pt x="97155" y="314593"/>
                  <a:pt x="95101" y="313968"/>
                  <a:pt x="93940" y="315129"/>
                </a:cubicBezTo>
                <a:close/>
                <a:moveTo>
                  <a:pt x="84296" y="307896"/>
                </a:moveTo>
                <a:cubicBezTo>
                  <a:pt x="83671" y="309056"/>
                  <a:pt x="84564" y="310485"/>
                  <a:pt x="86350" y="311378"/>
                </a:cubicBezTo>
                <a:cubicBezTo>
                  <a:pt x="87779" y="312271"/>
                  <a:pt x="89565" y="312003"/>
                  <a:pt x="90190" y="310753"/>
                </a:cubicBezTo>
                <a:cubicBezTo>
                  <a:pt x="90815" y="309592"/>
                  <a:pt x="89922" y="308164"/>
                  <a:pt x="88136" y="307271"/>
                </a:cubicBezTo>
                <a:cubicBezTo>
                  <a:pt x="86350" y="306735"/>
                  <a:pt x="84921" y="307003"/>
                  <a:pt x="84296" y="307896"/>
                </a:cubicBezTo>
                <a:close/>
                <a:moveTo>
                  <a:pt x="113228" y="339685"/>
                </a:moveTo>
                <a:cubicBezTo>
                  <a:pt x="111800" y="340846"/>
                  <a:pt x="112335" y="343525"/>
                  <a:pt x="114389" y="345222"/>
                </a:cubicBezTo>
                <a:cubicBezTo>
                  <a:pt x="116443" y="347276"/>
                  <a:pt x="119033" y="347543"/>
                  <a:pt x="120194" y="346115"/>
                </a:cubicBezTo>
                <a:cubicBezTo>
                  <a:pt x="121354" y="344954"/>
                  <a:pt x="120819" y="342275"/>
                  <a:pt x="119033" y="340578"/>
                </a:cubicBezTo>
                <a:cubicBezTo>
                  <a:pt x="117068" y="338524"/>
                  <a:pt x="114389" y="338257"/>
                  <a:pt x="113228" y="339685"/>
                </a:cubicBezTo>
                <a:close/>
                <a:moveTo>
                  <a:pt x="103049" y="326559"/>
                </a:moveTo>
                <a:cubicBezTo>
                  <a:pt x="101620" y="327452"/>
                  <a:pt x="101620" y="329773"/>
                  <a:pt x="103049" y="331827"/>
                </a:cubicBezTo>
                <a:cubicBezTo>
                  <a:pt x="104477" y="333881"/>
                  <a:pt x="106888" y="334774"/>
                  <a:pt x="108049" y="333881"/>
                </a:cubicBezTo>
                <a:cubicBezTo>
                  <a:pt x="109478" y="332720"/>
                  <a:pt x="109478" y="330398"/>
                  <a:pt x="108049" y="328345"/>
                </a:cubicBezTo>
                <a:cubicBezTo>
                  <a:pt x="106799" y="326291"/>
                  <a:pt x="104477" y="325398"/>
                  <a:pt x="103049" y="326559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0" y="476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API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5000" y="4572000"/>
            <a:ext cx="3175000" cy="101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19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6850" y="78581"/>
                </a:moveTo>
                <a:lnTo>
                  <a:pt x="260350" y="78581"/>
                </a:lnTo>
                <a:lnTo>
                  <a:pt x="260350" y="121444"/>
                </a:lnTo>
                <a:lnTo>
                  <a:pt x="196850" y="121444"/>
                </a:lnTo>
                <a:lnTo>
                  <a:pt x="196850" y="78581"/>
                </a:lnTo>
                <a:close/>
                <a:moveTo>
                  <a:pt x="190500" y="28575"/>
                </a:moveTo>
                <a:cubicBezTo>
                  <a:pt x="169466" y="28575"/>
                  <a:pt x="152400" y="47774"/>
                  <a:pt x="152400" y="71438"/>
                </a:cubicBezTo>
                <a:lnTo>
                  <a:pt x="152400" y="128588"/>
                </a:lnTo>
                <a:cubicBezTo>
                  <a:pt x="152400" y="152251"/>
                  <a:pt x="169466" y="171450"/>
                  <a:pt x="190500" y="171450"/>
                </a:cubicBezTo>
                <a:lnTo>
                  <a:pt x="203200" y="171450"/>
                </a:lnTo>
                <a:lnTo>
                  <a:pt x="203200" y="200025"/>
                </a:lnTo>
                <a:lnTo>
                  <a:pt x="25400" y="200025"/>
                </a:lnTo>
                <a:cubicBezTo>
                  <a:pt x="11351" y="200025"/>
                  <a:pt x="0" y="212794"/>
                  <a:pt x="0" y="228600"/>
                </a:cubicBezTo>
                <a:cubicBezTo>
                  <a:pt x="0" y="244406"/>
                  <a:pt x="11351" y="257175"/>
                  <a:pt x="25400" y="257175"/>
                </a:cubicBezTo>
                <a:lnTo>
                  <a:pt x="101600" y="257175"/>
                </a:lnTo>
                <a:lnTo>
                  <a:pt x="101600" y="285750"/>
                </a:lnTo>
                <a:lnTo>
                  <a:pt x="88900" y="285750"/>
                </a:lnTo>
                <a:cubicBezTo>
                  <a:pt x="67866" y="285750"/>
                  <a:pt x="50800" y="304949"/>
                  <a:pt x="50800" y="328613"/>
                </a:cubicBezTo>
                <a:lnTo>
                  <a:pt x="50800" y="385763"/>
                </a:lnTo>
                <a:cubicBezTo>
                  <a:pt x="50800" y="409426"/>
                  <a:pt x="67866" y="428625"/>
                  <a:pt x="88900" y="428625"/>
                </a:cubicBezTo>
                <a:lnTo>
                  <a:pt x="165100" y="428625"/>
                </a:lnTo>
                <a:cubicBezTo>
                  <a:pt x="186134" y="428625"/>
                  <a:pt x="203200" y="409426"/>
                  <a:pt x="203200" y="385763"/>
                </a:cubicBezTo>
                <a:lnTo>
                  <a:pt x="203200" y="328613"/>
                </a:lnTo>
                <a:cubicBezTo>
                  <a:pt x="203200" y="304949"/>
                  <a:pt x="186134" y="285750"/>
                  <a:pt x="165100" y="285750"/>
                </a:cubicBezTo>
                <a:lnTo>
                  <a:pt x="152400" y="285750"/>
                </a:lnTo>
                <a:lnTo>
                  <a:pt x="152400" y="257175"/>
                </a:lnTo>
                <a:lnTo>
                  <a:pt x="304800" y="257175"/>
                </a:lnTo>
                <a:lnTo>
                  <a:pt x="304800" y="285750"/>
                </a:lnTo>
                <a:lnTo>
                  <a:pt x="292100" y="285750"/>
                </a:lnTo>
                <a:cubicBezTo>
                  <a:pt x="271066" y="285750"/>
                  <a:pt x="254000" y="304949"/>
                  <a:pt x="254000" y="328613"/>
                </a:cubicBezTo>
                <a:lnTo>
                  <a:pt x="254000" y="385763"/>
                </a:lnTo>
                <a:cubicBezTo>
                  <a:pt x="254000" y="409426"/>
                  <a:pt x="271066" y="428625"/>
                  <a:pt x="292100" y="428625"/>
                </a:cubicBezTo>
                <a:lnTo>
                  <a:pt x="368300" y="428625"/>
                </a:lnTo>
                <a:cubicBezTo>
                  <a:pt x="389334" y="428625"/>
                  <a:pt x="406400" y="409426"/>
                  <a:pt x="406400" y="385763"/>
                </a:cubicBezTo>
                <a:lnTo>
                  <a:pt x="406400" y="328613"/>
                </a:lnTo>
                <a:cubicBezTo>
                  <a:pt x="406400" y="304949"/>
                  <a:pt x="389334" y="285750"/>
                  <a:pt x="368300" y="285750"/>
                </a:cubicBezTo>
                <a:lnTo>
                  <a:pt x="355600" y="285750"/>
                </a:lnTo>
                <a:lnTo>
                  <a:pt x="355600" y="257175"/>
                </a:lnTo>
                <a:lnTo>
                  <a:pt x="431800" y="257175"/>
                </a:lnTo>
                <a:cubicBezTo>
                  <a:pt x="445849" y="257175"/>
                  <a:pt x="457200" y="244406"/>
                  <a:pt x="457200" y="228600"/>
                </a:cubicBezTo>
                <a:cubicBezTo>
                  <a:pt x="457200" y="212794"/>
                  <a:pt x="445849" y="200025"/>
                  <a:pt x="431800" y="200025"/>
                </a:cubicBezTo>
                <a:lnTo>
                  <a:pt x="254000" y="200025"/>
                </a:lnTo>
                <a:lnTo>
                  <a:pt x="254000" y="171450"/>
                </a:lnTo>
                <a:lnTo>
                  <a:pt x="266700" y="171450"/>
                </a:lnTo>
                <a:cubicBezTo>
                  <a:pt x="287734" y="171450"/>
                  <a:pt x="304800" y="152251"/>
                  <a:pt x="304800" y="128588"/>
                </a:cubicBezTo>
                <a:lnTo>
                  <a:pt x="304800" y="71438"/>
                </a:lnTo>
                <a:cubicBezTo>
                  <a:pt x="304800" y="47774"/>
                  <a:pt x="287734" y="28575"/>
                  <a:pt x="266700" y="28575"/>
                </a:cubicBezTo>
                <a:lnTo>
                  <a:pt x="190500" y="28575"/>
                </a:lnTo>
                <a:close/>
                <a:moveTo>
                  <a:pt x="355600" y="335756"/>
                </a:moveTo>
                <a:lnTo>
                  <a:pt x="361950" y="335756"/>
                </a:lnTo>
                <a:lnTo>
                  <a:pt x="361950" y="378619"/>
                </a:lnTo>
                <a:lnTo>
                  <a:pt x="298450" y="378619"/>
                </a:lnTo>
                <a:lnTo>
                  <a:pt x="298450" y="335756"/>
                </a:lnTo>
                <a:lnTo>
                  <a:pt x="355600" y="335756"/>
                </a:lnTo>
                <a:close/>
                <a:moveTo>
                  <a:pt x="152400" y="335756"/>
                </a:moveTo>
                <a:lnTo>
                  <a:pt x="158750" y="335756"/>
                </a:lnTo>
                <a:lnTo>
                  <a:pt x="158750" y="378619"/>
                </a:lnTo>
                <a:lnTo>
                  <a:pt x="95250" y="378619"/>
                </a:lnTo>
                <a:lnTo>
                  <a:pt x="95250" y="335756"/>
                </a:lnTo>
                <a:lnTo>
                  <a:pt x="152400" y="335756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0" y="4762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 — BCA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101600" cy="1016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spc="2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572000" cy="685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4572000" cy="6350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100" kern="0" dirty="0">
                <a:solidFill>
                  <a:srgbClr val="0D11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048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github_analyzer.py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3556000"/>
            <a:ext cx="4064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fetch_repos()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Calls GitHub API with pagination to collect all repositories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build_dataframe()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clean DataFrame with 11 columns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sort_repos()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Sorts by any column via sort_values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summarize()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Aggregates with sum, mean, value_counts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61000" y="4699000"/>
            <a:ext cx="508000" cy="0"/>
          </a:xfrm>
          <a:prstGeom prst="straightConnector1">
            <a:avLst/>
          </a:prstGeom>
          <a:noFill/>
          <a:ln w="25400">
            <a:solidFill>
              <a:srgbClr val="2D9C5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096000" y="1397000"/>
            <a:ext cx="4064000" cy="685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0" y="1397000"/>
            <a:ext cx="4064000" cy="6350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1397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100" kern="0" dirty="0">
                <a:solidFill>
                  <a:srgbClr val="0D11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BACKEND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23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6" y="38100"/>
                </a:moveTo>
                <a:cubicBezTo>
                  <a:pt x="39052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9052" y="266700"/>
                  <a:pt x="87086" y="266700"/>
                </a:cubicBezTo>
                <a:lnTo>
                  <a:pt x="522514" y="266700"/>
                </a:lnTo>
                <a:cubicBezTo>
                  <a:pt x="570548" y="266700"/>
                  <a:pt x="609600" y="232529"/>
                  <a:pt x="609600" y="190500"/>
                </a:cubicBezTo>
                <a:lnTo>
                  <a:pt x="609600" y="114300"/>
                </a:lnTo>
                <a:cubicBezTo>
                  <a:pt x="609600" y="72271"/>
                  <a:pt x="570548" y="38100"/>
                  <a:pt x="522514" y="38100"/>
                </a:cubicBezTo>
                <a:lnTo>
                  <a:pt x="87086" y="38100"/>
                </a:lnTo>
                <a:close/>
                <a:moveTo>
                  <a:pt x="381000" y="123825"/>
                </a:moveTo>
                <a:cubicBezTo>
                  <a:pt x="399024" y="123825"/>
                  <a:pt x="413657" y="136629"/>
                  <a:pt x="413657" y="152400"/>
                </a:cubicBezTo>
                <a:cubicBezTo>
                  <a:pt x="413657" y="168171"/>
                  <a:pt x="399024" y="180975"/>
                  <a:pt x="381000" y="180975"/>
                </a:cubicBezTo>
                <a:cubicBezTo>
                  <a:pt x="362976" y="180975"/>
                  <a:pt x="348343" y="168171"/>
                  <a:pt x="348343" y="152400"/>
                </a:cubicBezTo>
                <a:cubicBezTo>
                  <a:pt x="348343" y="136629"/>
                  <a:pt x="362976" y="123825"/>
                  <a:pt x="381000" y="123825"/>
                </a:cubicBezTo>
                <a:close/>
                <a:moveTo>
                  <a:pt x="457200" y="152400"/>
                </a:moveTo>
                <a:cubicBezTo>
                  <a:pt x="457200" y="136629"/>
                  <a:pt x="471833" y="123825"/>
                  <a:pt x="489857" y="123825"/>
                </a:cubicBezTo>
                <a:cubicBezTo>
                  <a:pt x="507881" y="123825"/>
                  <a:pt x="522514" y="136629"/>
                  <a:pt x="522514" y="152400"/>
                </a:cubicBezTo>
                <a:cubicBezTo>
                  <a:pt x="522514" y="168171"/>
                  <a:pt x="507881" y="180975"/>
                  <a:pt x="489857" y="180975"/>
                </a:cubicBezTo>
                <a:cubicBezTo>
                  <a:pt x="471833" y="180975"/>
                  <a:pt x="457200" y="168171"/>
                  <a:pt x="457200" y="152400"/>
                </a:cubicBezTo>
                <a:close/>
                <a:moveTo>
                  <a:pt x="87086" y="342900"/>
                </a:moveTo>
                <a:cubicBezTo>
                  <a:pt x="39053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9052" y="571500"/>
                  <a:pt x="87086" y="571500"/>
                </a:cubicBezTo>
                <a:lnTo>
                  <a:pt x="522514" y="571500"/>
                </a:lnTo>
                <a:cubicBezTo>
                  <a:pt x="570548" y="571500"/>
                  <a:pt x="609600" y="537329"/>
                  <a:pt x="609600" y="495300"/>
                </a:cubicBezTo>
                <a:lnTo>
                  <a:pt x="609600" y="419100"/>
                </a:lnTo>
                <a:cubicBezTo>
                  <a:pt x="609600" y="377071"/>
                  <a:pt x="570548" y="342900"/>
                  <a:pt x="522514" y="342900"/>
                </a:cubicBezTo>
                <a:lnTo>
                  <a:pt x="87086" y="342900"/>
                </a:lnTo>
                <a:close/>
                <a:moveTo>
                  <a:pt x="381000" y="428625"/>
                </a:moveTo>
                <a:cubicBezTo>
                  <a:pt x="399024" y="428625"/>
                  <a:pt x="413657" y="441429"/>
                  <a:pt x="413657" y="457200"/>
                </a:cubicBezTo>
                <a:cubicBezTo>
                  <a:pt x="413657" y="472971"/>
                  <a:pt x="399024" y="485775"/>
                  <a:pt x="381000" y="485775"/>
                </a:cubicBezTo>
                <a:cubicBezTo>
                  <a:pt x="362976" y="485775"/>
                  <a:pt x="348343" y="472971"/>
                  <a:pt x="348343" y="457200"/>
                </a:cubicBezTo>
                <a:cubicBezTo>
                  <a:pt x="348343" y="441429"/>
                  <a:pt x="362976" y="428625"/>
                  <a:pt x="381000" y="428625"/>
                </a:cubicBezTo>
                <a:close/>
                <a:moveTo>
                  <a:pt x="457200" y="457200"/>
                </a:moveTo>
                <a:cubicBezTo>
                  <a:pt x="457200" y="441429"/>
                  <a:pt x="471833" y="428625"/>
                  <a:pt x="489857" y="428625"/>
                </a:cubicBezTo>
                <a:cubicBezTo>
                  <a:pt x="507881" y="428625"/>
                  <a:pt x="522514" y="441429"/>
                  <a:pt x="522514" y="457200"/>
                </a:cubicBezTo>
                <a:cubicBezTo>
                  <a:pt x="522514" y="472971"/>
                  <a:pt x="507881" y="485775"/>
                  <a:pt x="489857" y="485775"/>
                </a:cubicBezTo>
                <a:cubicBezTo>
                  <a:pt x="471833" y="485775"/>
                  <a:pt x="457200" y="472971"/>
                  <a:pt x="457200" y="457200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0" y="3048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0000" y="3556000"/>
            <a:ext cx="3556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Serves the frontend page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/api/analyze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Accepts username, sort options, token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/api/export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Downloads analyzed data as CSV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analyze_user()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by web and CLI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287000" y="4699000"/>
            <a:ext cx="508000" cy="0"/>
          </a:xfrm>
          <a:prstGeom prst="straightConnector1">
            <a:avLst/>
          </a:prstGeom>
          <a:noFill/>
          <a:ln w="25400">
            <a:solidFill>
              <a:srgbClr val="2D9C5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922000" y="1397000"/>
            <a:ext cx="4572000" cy="685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2000" y="1397000"/>
            <a:ext cx="4572000" cy="6350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1397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100" kern="0" dirty="0">
                <a:solidFill>
                  <a:srgbClr val="0D11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903200" y="228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3048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index.html + static/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76000" y="3556000"/>
            <a:ext cx="4064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 UI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themed input interface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 Charts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Doughnut + bar charts for languages and stars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Sortable Table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Scrollable repo data table</a:t>
            </a:r>
            <a:endParaRPr lang="en-US" sz="15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Export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analyzed results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2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 — BCA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101600" cy="1016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spc="2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INTERFACE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1422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Terminal-Styled 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17780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themed username input with optional GitHub token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1527" y="190500"/>
                </a:moveTo>
                <a:lnTo>
                  <a:pt x="237349" y="190500"/>
                </a:lnTo>
                <a:cubicBezTo>
                  <a:pt x="224861" y="190500"/>
                  <a:pt x="214771" y="179149"/>
                  <a:pt x="214771" y="165100"/>
                </a:cubicBezTo>
                <a:lnTo>
                  <a:pt x="214771" y="25400"/>
                </a:lnTo>
                <a:cubicBezTo>
                  <a:pt x="214771" y="11351"/>
                  <a:pt x="224931" y="-159"/>
                  <a:pt x="237278" y="1667"/>
                </a:cubicBezTo>
                <a:cubicBezTo>
                  <a:pt x="312773" y="12938"/>
                  <a:pt x="372604" y="80248"/>
                  <a:pt x="382623" y="165179"/>
                </a:cubicBezTo>
                <a:cubicBezTo>
                  <a:pt x="384246" y="179070"/>
                  <a:pt x="374015" y="190500"/>
                  <a:pt x="361527" y="190500"/>
                </a:cubicBezTo>
                <a:close/>
                <a:moveTo>
                  <a:pt x="157057" y="29528"/>
                </a:moveTo>
                <a:cubicBezTo>
                  <a:pt x="169827" y="26511"/>
                  <a:pt x="180904" y="38259"/>
                  <a:pt x="180904" y="52943"/>
                </a:cubicBezTo>
                <a:lnTo>
                  <a:pt x="180904" y="209550"/>
                </a:lnTo>
                <a:cubicBezTo>
                  <a:pt x="180904" y="213995"/>
                  <a:pt x="182316" y="218281"/>
                  <a:pt x="184785" y="221694"/>
                </a:cubicBezTo>
                <a:lnTo>
                  <a:pt x="277989" y="348218"/>
                </a:lnTo>
                <a:cubicBezTo>
                  <a:pt x="286244" y="359410"/>
                  <a:pt x="284480" y="376317"/>
                  <a:pt x="273121" y="383223"/>
                </a:cubicBezTo>
                <a:cubicBezTo>
                  <a:pt x="249061" y="397986"/>
                  <a:pt x="221474" y="406400"/>
                  <a:pt x="192193" y="406400"/>
                </a:cubicBezTo>
                <a:cubicBezTo>
                  <a:pt x="98707" y="406400"/>
                  <a:pt x="22860" y="321072"/>
                  <a:pt x="22860" y="215900"/>
                </a:cubicBezTo>
                <a:cubicBezTo>
                  <a:pt x="22860" y="124222"/>
                  <a:pt x="80363" y="47704"/>
                  <a:pt x="157057" y="29527"/>
                </a:cubicBezTo>
                <a:close/>
                <a:moveTo>
                  <a:pt x="337114" y="228600"/>
                </a:moveTo>
                <a:lnTo>
                  <a:pt x="382270" y="228600"/>
                </a:lnTo>
                <a:cubicBezTo>
                  <a:pt x="395323" y="228600"/>
                  <a:pt x="405765" y="241062"/>
                  <a:pt x="403084" y="255429"/>
                </a:cubicBezTo>
                <a:cubicBezTo>
                  <a:pt x="395887" y="293846"/>
                  <a:pt x="378389" y="327978"/>
                  <a:pt x="353977" y="354013"/>
                </a:cubicBezTo>
                <a:cubicBezTo>
                  <a:pt x="345299" y="363299"/>
                  <a:pt x="331682" y="361315"/>
                  <a:pt x="324062" y="350917"/>
                </a:cubicBezTo>
                <a:lnTo>
                  <a:pt x="264513" y="270193"/>
                </a:lnTo>
                <a:cubicBezTo>
                  <a:pt x="252307" y="253603"/>
                  <a:pt x="262819" y="228600"/>
                  <a:pt x="281869" y="228600"/>
                </a:cubicBezTo>
                <a:lnTo>
                  <a:pt x="337044" y="228600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2374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Distribution Chart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27305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doughnut chart showing most-used languages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01600" y="76200"/>
                </a:moveTo>
                <a:cubicBezTo>
                  <a:pt x="101600" y="62151"/>
                  <a:pt x="112951" y="50800"/>
                  <a:pt x="127000" y="50800"/>
                </a:cubicBezTo>
                <a:lnTo>
                  <a:pt x="279400" y="50800"/>
                </a:lnTo>
                <a:cubicBezTo>
                  <a:pt x="293449" y="50800"/>
                  <a:pt x="304800" y="62151"/>
                  <a:pt x="304800" y="76200"/>
                </a:cubicBezTo>
                <a:cubicBezTo>
                  <a:pt x="304800" y="90249"/>
                  <a:pt x="293449" y="101600"/>
                  <a:pt x="279400" y="101600"/>
                </a:cubicBezTo>
                <a:lnTo>
                  <a:pt x="127000" y="101600"/>
                </a:lnTo>
                <a:cubicBezTo>
                  <a:pt x="112951" y="101600"/>
                  <a:pt x="101600" y="90249"/>
                  <a:pt x="101600" y="76200"/>
                </a:cubicBezTo>
                <a:close/>
                <a:moveTo>
                  <a:pt x="127000" y="139700"/>
                </a:moveTo>
                <a:lnTo>
                  <a:pt x="228600" y="139700"/>
                </a:lnTo>
                <a:cubicBezTo>
                  <a:pt x="242649" y="139700"/>
                  <a:pt x="254000" y="151051"/>
                  <a:pt x="254000" y="165100"/>
                </a:cubicBezTo>
                <a:cubicBezTo>
                  <a:pt x="254000" y="179149"/>
                  <a:pt x="242649" y="190500"/>
                  <a:pt x="228600" y="190500"/>
                </a:cubicBezTo>
                <a:lnTo>
                  <a:pt x="127000" y="190500"/>
                </a:lnTo>
                <a:cubicBezTo>
                  <a:pt x="112951" y="190500"/>
                  <a:pt x="101600" y="179149"/>
                  <a:pt x="101600" y="165100"/>
                </a:cubicBezTo>
                <a:cubicBezTo>
                  <a:pt x="101600" y="151051"/>
                  <a:pt x="112951" y="139700"/>
                  <a:pt x="127000" y="139700"/>
                </a:cubicBezTo>
                <a:close/>
                <a:moveTo>
                  <a:pt x="127000" y="228600"/>
                </a:moveTo>
                <a:lnTo>
                  <a:pt x="330200" y="228600"/>
                </a:lnTo>
                <a:cubicBezTo>
                  <a:pt x="344249" y="228600"/>
                  <a:pt x="355600" y="239951"/>
                  <a:pt x="355600" y="254000"/>
                </a:cubicBezTo>
                <a:cubicBezTo>
                  <a:pt x="355600" y="268049"/>
                  <a:pt x="344249" y="279400"/>
                  <a:pt x="330200" y="279400"/>
                </a:cubicBezTo>
                <a:lnTo>
                  <a:pt x="127000" y="279400"/>
                </a:lnTo>
                <a:cubicBezTo>
                  <a:pt x="112951" y="279400"/>
                  <a:pt x="101600" y="268049"/>
                  <a:pt x="101600" y="254000"/>
                </a:cubicBezTo>
                <a:cubicBezTo>
                  <a:pt x="101600" y="239951"/>
                  <a:pt x="112951" y="228600"/>
                  <a:pt x="127000" y="228600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3327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Repos Bar Chart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36830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8 repositories ranked by star count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2229" y="127000"/>
                </a:moveTo>
                <a:lnTo>
                  <a:pt x="232229" y="203200"/>
                </a:lnTo>
                <a:lnTo>
                  <a:pt x="348343" y="203200"/>
                </a:lnTo>
                <a:lnTo>
                  <a:pt x="348343" y="127000"/>
                </a:lnTo>
                <a:lnTo>
                  <a:pt x="232229" y="127000"/>
                </a:lnTo>
                <a:close/>
                <a:moveTo>
                  <a:pt x="174171" y="127000"/>
                </a:moveTo>
                <a:lnTo>
                  <a:pt x="58057" y="127000"/>
                </a:lnTo>
                <a:lnTo>
                  <a:pt x="58057" y="203200"/>
                </a:lnTo>
                <a:lnTo>
                  <a:pt x="174171" y="203200"/>
                </a:lnTo>
                <a:lnTo>
                  <a:pt x="174171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48343" y="254000"/>
                </a:moveTo>
                <a:lnTo>
                  <a:pt x="232229" y="254000"/>
                </a:lnTo>
                <a:lnTo>
                  <a:pt x="232229" y="330200"/>
                </a:lnTo>
                <a:lnTo>
                  <a:pt x="348343" y="330200"/>
                </a:lnTo>
                <a:lnTo>
                  <a:pt x="348343" y="254000"/>
                </a:lnTo>
                <a:close/>
                <a:moveTo>
                  <a:pt x="174171" y="330200"/>
                </a:moveTo>
                <a:lnTo>
                  <a:pt x="174171" y="254000"/>
                </a:lnTo>
                <a:lnTo>
                  <a:pt x="58057" y="254000"/>
                </a:lnTo>
                <a:lnTo>
                  <a:pt x="58057" y="330200"/>
                </a:lnTo>
                <a:lnTo>
                  <a:pt x="174171" y="330200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4279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Sortable Repo Table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" y="46355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Scrollable table with all repository data fields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42827" y="0"/>
                  <a:pt x="22578" y="22781"/>
                  <a:pt x="22578" y="50800"/>
                </a:cubicBezTo>
                <a:lnTo>
                  <a:pt x="22578" y="355600"/>
                </a:lnTo>
                <a:cubicBezTo>
                  <a:pt x="22578" y="383619"/>
                  <a:pt x="42827" y="406400"/>
                  <a:pt x="67733" y="406400"/>
                </a:cubicBezTo>
                <a:lnTo>
                  <a:pt x="124178" y="406400"/>
                </a:lnTo>
                <a:lnTo>
                  <a:pt x="124178" y="317500"/>
                </a:lnTo>
                <a:cubicBezTo>
                  <a:pt x="124178" y="289481"/>
                  <a:pt x="144427" y="266700"/>
                  <a:pt x="169333" y="266700"/>
                </a:cubicBezTo>
                <a:lnTo>
                  <a:pt x="293511" y="266700"/>
                </a:lnTo>
                <a:lnTo>
                  <a:pt x="293511" y="135334"/>
                </a:lnTo>
                <a:cubicBezTo>
                  <a:pt x="293511" y="121841"/>
                  <a:pt x="288784" y="108903"/>
                  <a:pt x="280317" y="99378"/>
                </a:cubicBezTo>
                <a:lnTo>
                  <a:pt x="205105" y="14843"/>
                </a:lnTo>
                <a:cubicBezTo>
                  <a:pt x="196638" y="5318"/>
                  <a:pt x="185208" y="0"/>
                  <a:pt x="173214" y="0"/>
                </a:cubicBezTo>
                <a:lnTo>
                  <a:pt x="67733" y="0"/>
                </a:lnTo>
                <a:close/>
                <a:moveTo>
                  <a:pt x="252236" y="139700"/>
                </a:moveTo>
                <a:lnTo>
                  <a:pt x="186267" y="139700"/>
                </a:lnTo>
                <a:cubicBezTo>
                  <a:pt x="176883" y="139700"/>
                  <a:pt x="169333" y="131207"/>
                  <a:pt x="169333" y="120650"/>
                </a:cubicBezTo>
                <a:lnTo>
                  <a:pt x="169333" y="46434"/>
                </a:lnTo>
                <a:lnTo>
                  <a:pt x="252236" y="139700"/>
                </a:lnTo>
                <a:close/>
                <a:moveTo>
                  <a:pt x="186267" y="301625"/>
                </a:moveTo>
                <a:cubicBezTo>
                  <a:pt x="169122" y="301625"/>
                  <a:pt x="155222" y="317262"/>
                  <a:pt x="155222" y="336550"/>
                </a:cubicBezTo>
                <a:lnTo>
                  <a:pt x="155222" y="400050"/>
                </a:lnTo>
                <a:cubicBezTo>
                  <a:pt x="155222" y="419338"/>
                  <a:pt x="169122" y="434975"/>
                  <a:pt x="186267" y="434975"/>
                </a:cubicBezTo>
                <a:lnTo>
                  <a:pt x="197556" y="434975"/>
                </a:lnTo>
                <a:cubicBezTo>
                  <a:pt x="214701" y="434975"/>
                  <a:pt x="228600" y="419338"/>
                  <a:pt x="228600" y="400050"/>
                </a:cubicBezTo>
                <a:lnTo>
                  <a:pt x="228600" y="393700"/>
                </a:lnTo>
                <a:cubicBezTo>
                  <a:pt x="228600" y="384969"/>
                  <a:pt x="222250" y="377825"/>
                  <a:pt x="214489" y="377825"/>
                </a:cubicBezTo>
                <a:cubicBezTo>
                  <a:pt x="206728" y="377825"/>
                  <a:pt x="200378" y="384969"/>
                  <a:pt x="200378" y="393700"/>
                </a:cubicBezTo>
                <a:lnTo>
                  <a:pt x="200378" y="400050"/>
                </a:lnTo>
                <a:cubicBezTo>
                  <a:pt x="200378" y="401796"/>
                  <a:pt x="199108" y="403225"/>
                  <a:pt x="197556" y="403225"/>
                </a:cubicBezTo>
                <a:lnTo>
                  <a:pt x="186267" y="403225"/>
                </a:lnTo>
                <a:cubicBezTo>
                  <a:pt x="184714" y="403225"/>
                  <a:pt x="183444" y="401796"/>
                  <a:pt x="183444" y="400050"/>
                </a:cubicBezTo>
                <a:lnTo>
                  <a:pt x="183444" y="336550"/>
                </a:lnTo>
                <a:cubicBezTo>
                  <a:pt x="183444" y="334804"/>
                  <a:pt x="184714" y="333375"/>
                  <a:pt x="186267" y="333375"/>
                </a:cubicBezTo>
                <a:lnTo>
                  <a:pt x="197556" y="333375"/>
                </a:lnTo>
                <a:cubicBezTo>
                  <a:pt x="199108" y="333375"/>
                  <a:pt x="200378" y="334804"/>
                  <a:pt x="200378" y="336550"/>
                </a:cubicBezTo>
                <a:lnTo>
                  <a:pt x="200378" y="342900"/>
                </a:lnTo>
                <a:cubicBezTo>
                  <a:pt x="200378" y="351631"/>
                  <a:pt x="206728" y="358775"/>
                  <a:pt x="214489" y="358775"/>
                </a:cubicBezTo>
                <a:cubicBezTo>
                  <a:pt x="222250" y="358775"/>
                  <a:pt x="228600" y="351631"/>
                  <a:pt x="228600" y="342900"/>
                </a:cubicBezTo>
                <a:lnTo>
                  <a:pt x="228600" y="336550"/>
                </a:lnTo>
                <a:cubicBezTo>
                  <a:pt x="228600" y="317262"/>
                  <a:pt x="214701" y="301625"/>
                  <a:pt x="197556" y="301625"/>
                </a:cubicBezTo>
                <a:lnTo>
                  <a:pt x="186267" y="301625"/>
                </a:lnTo>
                <a:close/>
                <a:moveTo>
                  <a:pt x="282222" y="301625"/>
                </a:moveTo>
                <a:cubicBezTo>
                  <a:pt x="261973" y="301625"/>
                  <a:pt x="245533" y="320119"/>
                  <a:pt x="245533" y="342900"/>
                </a:cubicBezTo>
                <a:cubicBezTo>
                  <a:pt x="245533" y="365681"/>
                  <a:pt x="261973" y="384175"/>
                  <a:pt x="282222" y="384175"/>
                </a:cubicBezTo>
                <a:cubicBezTo>
                  <a:pt x="286879" y="384175"/>
                  <a:pt x="290689" y="388461"/>
                  <a:pt x="290689" y="393700"/>
                </a:cubicBezTo>
                <a:cubicBezTo>
                  <a:pt x="290689" y="398939"/>
                  <a:pt x="286879" y="403225"/>
                  <a:pt x="282222" y="403225"/>
                </a:cubicBezTo>
                <a:lnTo>
                  <a:pt x="259644" y="403225"/>
                </a:lnTo>
                <a:cubicBezTo>
                  <a:pt x="251883" y="403225"/>
                  <a:pt x="245533" y="410369"/>
                  <a:pt x="245533" y="419100"/>
                </a:cubicBezTo>
                <a:cubicBezTo>
                  <a:pt x="245533" y="427831"/>
                  <a:pt x="251883" y="434975"/>
                  <a:pt x="259644" y="434975"/>
                </a:cubicBezTo>
                <a:lnTo>
                  <a:pt x="282222" y="434975"/>
                </a:lnTo>
                <a:cubicBezTo>
                  <a:pt x="302472" y="434975"/>
                  <a:pt x="318911" y="416481"/>
                  <a:pt x="318911" y="393700"/>
                </a:cubicBezTo>
                <a:cubicBezTo>
                  <a:pt x="318911" y="370919"/>
                  <a:pt x="302472" y="352425"/>
                  <a:pt x="282222" y="352425"/>
                </a:cubicBezTo>
                <a:cubicBezTo>
                  <a:pt x="277566" y="352425"/>
                  <a:pt x="273756" y="348139"/>
                  <a:pt x="273756" y="342900"/>
                </a:cubicBezTo>
                <a:cubicBezTo>
                  <a:pt x="273756" y="337661"/>
                  <a:pt x="277566" y="333375"/>
                  <a:pt x="282222" y="333375"/>
                </a:cubicBezTo>
                <a:lnTo>
                  <a:pt x="299156" y="333375"/>
                </a:lnTo>
                <a:cubicBezTo>
                  <a:pt x="306917" y="333375"/>
                  <a:pt x="313267" y="326231"/>
                  <a:pt x="313267" y="317500"/>
                </a:cubicBezTo>
                <a:cubicBezTo>
                  <a:pt x="313267" y="308769"/>
                  <a:pt x="306917" y="301625"/>
                  <a:pt x="299156" y="301625"/>
                </a:cubicBezTo>
                <a:lnTo>
                  <a:pt x="282222" y="301625"/>
                </a:lnTo>
                <a:close/>
                <a:moveTo>
                  <a:pt x="349956" y="301625"/>
                </a:moveTo>
                <a:cubicBezTo>
                  <a:pt x="342194" y="301625"/>
                  <a:pt x="335844" y="308769"/>
                  <a:pt x="335844" y="317500"/>
                </a:cubicBezTo>
                <a:lnTo>
                  <a:pt x="335844" y="342583"/>
                </a:lnTo>
                <a:cubicBezTo>
                  <a:pt x="335844" y="370761"/>
                  <a:pt x="343253" y="398383"/>
                  <a:pt x="357152" y="421799"/>
                </a:cubicBezTo>
                <a:lnTo>
                  <a:pt x="360751" y="427911"/>
                </a:lnTo>
                <a:cubicBezTo>
                  <a:pt x="363361" y="432356"/>
                  <a:pt x="367806" y="434975"/>
                  <a:pt x="372463" y="434975"/>
                </a:cubicBezTo>
                <a:cubicBezTo>
                  <a:pt x="377119" y="434975"/>
                  <a:pt x="381564" y="432356"/>
                  <a:pt x="384175" y="427911"/>
                </a:cubicBezTo>
                <a:lnTo>
                  <a:pt x="387773" y="421799"/>
                </a:lnTo>
                <a:cubicBezTo>
                  <a:pt x="401673" y="398304"/>
                  <a:pt x="409081" y="370761"/>
                  <a:pt x="409081" y="342582"/>
                </a:cubicBezTo>
                <a:lnTo>
                  <a:pt x="409081" y="317500"/>
                </a:lnTo>
                <a:cubicBezTo>
                  <a:pt x="409081" y="308769"/>
                  <a:pt x="402731" y="301625"/>
                  <a:pt x="394970" y="301625"/>
                </a:cubicBezTo>
                <a:cubicBezTo>
                  <a:pt x="387209" y="301625"/>
                  <a:pt x="380859" y="308769"/>
                  <a:pt x="380859" y="317500"/>
                </a:cubicBezTo>
                <a:lnTo>
                  <a:pt x="380859" y="342582"/>
                </a:lnTo>
                <a:cubicBezTo>
                  <a:pt x="380859" y="358140"/>
                  <a:pt x="377966" y="373459"/>
                  <a:pt x="372392" y="387588"/>
                </a:cubicBezTo>
                <a:cubicBezTo>
                  <a:pt x="366818" y="373459"/>
                  <a:pt x="363926" y="358140"/>
                  <a:pt x="363926" y="342582"/>
                </a:cubicBezTo>
                <a:lnTo>
                  <a:pt x="363926" y="317500"/>
                </a:lnTo>
                <a:cubicBezTo>
                  <a:pt x="363926" y="308769"/>
                  <a:pt x="357576" y="301625"/>
                  <a:pt x="349814" y="301625"/>
                </a:cubicBez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52324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CSV Export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3500" y="55880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analyzed data as a CSV file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8369" y="-15002"/>
                </a:moveTo>
                <a:cubicBezTo>
                  <a:pt x="215477" y="-21352"/>
                  <a:pt x="209621" y="-25400"/>
                  <a:pt x="203271" y="-25400"/>
                </a:cubicBezTo>
                <a:cubicBezTo>
                  <a:pt x="196921" y="-25400"/>
                  <a:pt x="191064" y="-21352"/>
                  <a:pt x="188172" y="-15002"/>
                </a:cubicBezTo>
                <a:lnTo>
                  <a:pt x="136243" y="99457"/>
                </a:lnTo>
                <a:lnTo>
                  <a:pt x="23424" y="119618"/>
                </a:lnTo>
                <a:cubicBezTo>
                  <a:pt x="17145" y="120729"/>
                  <a:pt x="11924" y="125730"/>
                  <a:pt x="9948" y="132556"/>
                </a:cubicBezTo>
                <a:cubicBezTo>
                  <a:pt x="7973" y="139383"/>
                  <a:pt x="9596" y="146844"/>
                  <a:pt x="14041" y="151924"/>
                </a:cubicBezTo>
                <a:lnTo>
                  <a:pt x="94756" y="242808"/>
                </a:lnTo>
                <a:lnTo>
                  <a:pt x="76976" y="369729"/>
                </a:lnTo>
                <a:cubicBezTo>
                  <a:pt x="75988" y="376793"/>
                  <a:pt x="78599" y="383937"/>
                  <a:pt x="83749" y="388144"/>
                </a:cubicBezTo>
                <a:cubicBezTo>
                  <a:pt x="88900" y="392351"/>
                  <a:pt x="95673" y="392986"/>
                  <a:pt x="101388" y="389731"/>
                </a:cubicBezTo>
                <a:lnTo>
                  <a:pt x="203271" y="331470"/>
                </a:lnTo>
                <a:lnTo>
                  <a:pt x="305082" y="389731"/>
                </a:lnTo>
                <a:cubicBezTo>
                  <a:pt x="310727" y="392986"/>
                  <a:pt x="317571" y="392351"/>
                  <a:pt x="322721" y="388144"/>
                </a:cubicBezTo>
                <a:cubicBezTo>
                  <a:pt x="327872" y="383937"/>
                  <a:pt x="330482" y="376873"/>
                  <a:pt x="329494" y="369729"/>
                </a:cubicBezTo>
                <a:lnTo>
                  <a:pt x="311644" y="242808"/>
                </a:lnTo>
                <a:lnTo>
                  <a:pt x="392359" y="151924"/>
                </a:lnTo>
                <a:cubicBezTo>
                  <a:pt x="396875" y="146844"/>
                  <a:pt x="398427" y="139383"/>
                  <a:pt x="396452" y="132556"/>
                </a:cubicBezTo>
                <a:cubicBezTo>
                  <a:pt x="394476" y="125730"/>
                  <a:pt x="389326" y="120729"/>
                  <a:pt x="382976" y="119618"/>
                </a:cubicBezTo>
                <a:lnTo>
                  <a:pt x="270228" y="99457"/>
                </a:lnTo>
                <a:lnTo>
                  <a:pt x="218369" y="-15002"/>
                </a:lnTo>
                <a:close/>
              </a:path>
            </a:pathLst>
          </a:custGeom>
          <a:solidFill>
            <a:srgbClr val="2D9C5F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6184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Stat Cards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3500" y="65405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repos, stars, forks, avg stars, top language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82000" y="1270000"/>
            <a:ext cx="7112000" cy="508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2000" y="1270000"/>
            <a:ext cx="7112000" cy="4572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2"/>
          <p:cNvSpPr/>
          <p:nvPr/>
        </p:nvSpPr>
        <p:spPr>
          <a:xfrm>
            <a:off x="8610600" y="1422400"/>
            <a:ext cx="152400" cy="15240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8890000" y="1422400"/>
            <a:ext cx="152400" cy="15240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9169400" y="1422400"/>
            <a:ext cx="152400" cy="15240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0" y="1371600"/>
            <a:ext cx="5715000" cy="254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0" y="1371600"/>
            <a:ext cx="571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127.0.0.1:5000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36000" y="2032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 GitHub username: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torvalds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36000" y="2667000"/>
            <a:ext cx="1968500" cy="76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6000" y="266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795000" y="2667000"/>
            <a:ext cx="1968500" cy="76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95000" y="266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52K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2954000" y="2667000"/>
            <a:ext cx="1968500" cy="762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54000" y="2667000"/>
            <a:ext cx="196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Lang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36000" y="368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REPOS BY STARS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36000" y="4064000"/>
            <a:ext cx="4826000" cy="2794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6000" y="4445000"/>
            <a:ext cx="3556000" cy="279400"/>
          </a:xfrm>
          <a:prstGeom prst="rect">
            <a:avLst/>
          </a:prstGeom>
          <a:solidFill>
            <a:srgbClr val="2D9C5F">
              <a:alpha val="7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636000" y="4826000"/>
            <a:ext cx="2286000" cy="279400"/>
          </a:xfrm>
          <a:prstGeom prst="rect">
            <a:avLst/>
          </a:prstGeom>
          <a:solidFill>
            <a:srgbClr val="2D9C5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636000" y="5207000"/>
            <a:ext cx="1270000" cy="279400"/>
          </a:xfrm>
          <a:prstGeom prst="rect">
            <a:avLst/>
          </a:prstGeom>
          <a:solidFill>
            <a:srgbClr val="2D9C5F">
              <a:alpha val="2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3716000" y="3683000"/>
            <a:ext cx="1524000" cy="1524000"/>
          </a:xfrm>
          <a:prstGeom prst="donut">
            <a:avLst>
              <a:gd name="adj" fmla="val 30000"/>
            </a:avLst>
          </a:prstGeom>
          <a:solidFill>
            <a:srgbClr val="2D9C5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160500" y="4127500"/>
            <a:ext cx="635000" cy="635000"/>
          </a:xfrm>
          <a:prstGeom prst="ellipse">
            <a:avLst/>
          </a:prstGeom>
          <a:solidFill>
            <a:srgbClr val="161B22"/>
          </a:solidFill>
          <a:ln/>
        </p:spPr>
      </p:sp>
      <p:sp>
        <p:nvSpPr>
          <p:cNvPr id="43" name="Shape 41"/>
          <p:cNvSpPr/>
          <p:nvPr/>
        </p:nvSpPr>
        <p:spPr>
          <a:xfrm>
            <a:off x="8636000" y="5715000"/>
            <a:ext cx="1524000" cy="3810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44" name="Text 42"/>
          <p:cNvSpPr/>
          <p:nvPr/>
        </p:nvSpPr>
        <p:spPr>
          <a:xfrm>
            <a:off x="8636000" y="5715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D11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 CSV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82000" y="6604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ⓘ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Public API: 60 requests/hour. With token: 5,000 requests/hour.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2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 — BCA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101600" cy="1016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444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spc="2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 USAGE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spc="1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6500" y="1778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virtual environment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-m venv venv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38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6500" y="26035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dependencies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 install -r requirements.txt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500" y="3492500"/>
            <a:ext cx="482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6500" y="3429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the Flask app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app.py  →  open 127.0.0.1:5000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445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spc="1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 OPTIONS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2000" y="4826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--sort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stars | forks | name | updated_at | created_at | open_issues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--asc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Sort ascending (default: descending)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--token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GitHub personal access token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b="1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--csv</a:t>
            </a:r>
            <a:pPr algn="l">
              <a:lnSpc>
                <a:spcPct val="180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Save results to CSV file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82000" y="1333500"/>
            <a:ext cx="7112000" cy="635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2000" y="1333500"/>
            <a:ext cx="7112000" cy="4064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1333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bash — krish@macbook:~/github-repo-analyzer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36000" y="1905000"/>
            <a:ext cx="6604000" cy="574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</a:t>
            </a:r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python github_analyzer.py octocat --sort forks --asc</a:t>
            </a:r>
            <a:endParaRPr lang="en-US" sz="1300" dirty="0"/>
          </a:p>
          <a:p>
            <a:pPr algn="l">
              <a:lnSpc>
                <a:spcPct val="170000"/>
              </a:lnSpc>
            </a:pP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Fetching repos for 'octocat'...</a:t>
            </a:r>
            <a:endParaRPr lang="en-US" sz="1300" dirty="0"/>
          </a:p>
          <a:p>
            <a:pPr algn="l">
              <a:lnSpc>
                <a:spcPct val="170000"/>
              </a:lnSpc>
            </a:pP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=== Repository Table ===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name          language  stars   forks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----------    --------  -----   -----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Hello-World   Python     2500    2100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Spoon-Knife   HTML      12100  150300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...</a:t>
            </a:r>
            <a:endParaRPr lang="en-US" sz="1300" dirty="0"/>
          </a:p>
          <a:p>
            <a:pPr algn="l">
              <a:lnSpc>
                <a:spcPct val="170000"/>
              </a:lnSpc>
            </a:pP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=== Summary ===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total_repos: 8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total_stars: 3050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total_forks: 152600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avg_stars: 381.25</a:t>
            </a:r>
            <a:endParaRPr lang="en-US" sz="1300" dirty="0"/>
          </a:p>
          <a:p>
            <a:pPr algn="l">
              <a:lnSpc>
                <a:spcPct val="170000"/>
              </a:lnSpc>
            </a:pPr>
            <a:r>
              <a:rPr lang="en-US" sz="13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top_language: HTML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8699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 — BCA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0" y="1778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8B94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pPr algn="ctr">
              <a:lnSpc>
                <a:spcPct val="120000"/>
              </a:lnSpc>
            </a:pPr>
            <a:r>
              <a:rPr lang="en-US" sz="4800" spc="3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_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048000" y="2667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400" kern="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0" y="3556000"/>
            <a:ext cx="2540000" cy="38100"/>
          </a:xfrm>
          <a:prstGeom prst="rect">
            <a:avLst/>
          </a:prstGeom>
          <a:solidFill>
            <a:srgbClr val="2D9C5F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381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API data and insightful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18000" y="4699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100" kern="0" dirty="0">
                <a:solidFill>
                  <a:srgbClr val="2D9C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EXTENSIONS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83000" y="51435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Private repository authentication  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SQLite result caching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3000" y="5588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Side-by-side user comparison  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2D9C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pytest unit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3000" y="685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spc="200" kern="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KRISH</a:t>
            </a:r>
            <a:pPr algn="ctr">
              <a:lnSpc>
                <a:spcPct val="120000"/>
              </a:lnSpc>
            </a:pPr>
            <a:r>
              <a:rPr lang="en-US" sz="1600" spc="200" kern="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BCA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0" y="7366000"/>
            <a:ext cx="2540000" cy="25400"/>
          </a:xfrm>
          <a:prstGeom prst="rect">
            <a:avLst/>
          </a:prstGeom>
          <a:solidFill>
            <a:srgbClr val="2D9C5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Repo Analyzer</dc:title>
  <dc:subject>GitHub Repo Analyzer</dc:subject>
  <dc:creator>Kimi</dc:creator>
  <cp:lastModifiedBy>Kimi</cp:lastModifiedBy>
  <cp:revision>1</cp:revision>
  <dcterms:created xsi:type="dcterms:W3CDTF">2026-07-06T19:48:31Z</dcterms:created>
  <dcterms:modified xsi:type="dcterms:W3CDTF">2026-07-06T19:48:31Z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{"Label":"GitHub Repo Analyzer","ContentProducer":"001191110108MACG2KBH8F10000","ProduceID":"19f38f41-e202-8bcb-8000-00003df7e7e5","ReservedCode1":"","ContentPropagator":"001191110108MACG2KBH8F20000","PropagateID":"19f38f2d-d652-8475-8000-096c4df3524a","ReservedCode2":""}</vt:lpwstr>
  </property>
</Properties>
</file>